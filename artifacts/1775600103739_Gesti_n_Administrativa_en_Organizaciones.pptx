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LIACODEX_CORPORATE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709160"/>
            <a:ext cx="8138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6459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987552"/>
            <a:ext cx="10515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78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Administrativa en Organizaciones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5603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de Gestión Administrativa en Organizaciones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y Alcance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Coordinación de procesos administrativos clave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Soporte a operaciones y toma de decisiones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Enfoque en eficiencia y cumplimiento normativo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con objetivos estratégicos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Principales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recursos humanos y nómina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presupuestario y finanzas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Adquisiciones y cadena de suministros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legal y documentación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Organizacional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Jerarquía administrativa centralizada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Departamentos clave: RRHH, Finanzas, Legal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definidos para accountability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según tamaño organizacional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Herramientas Digitales Esenciales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para integración de datos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 RRHH automatizado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de colaboración en nube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BI para reporting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Procesos Clave Optimizados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Flujos de aprobación estandarizados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de tareas repetitivas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Auditorías periódicas de eficiencia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 KPIs administrativos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Desempeño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procesamiento de solicitudes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 de cumplimiento normativo (95%+)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administrativo por empleado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Eficiencia en procurement (ahorros %)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804672"/>
            <a:ext cx="73152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38160" y="477316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y Mitigación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463040"/>
            <a:ext cx="79552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humanos: automatizar validaciones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Incumplimientos: training continuo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Sobrecostos: presupuestos dinámicos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Ciberseguridad: protocolos estrictos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66760" y="489204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Gestión Administrativa en Organizaciones</dc:title>
  <dc:subject/>
  <dc:creator>IliaGPT</dc:creator>
  <cp:lastModifiedBy>IliaGPT</cp:lastModifiedBy>
  <cp:revision>1</cp:revision>
  <dcterms:created xsi:type="dcterms:W3CDTF">2026-04-07T22:15:03Z</dcterms:created>
  <dcterms:modified xsi:type="dcterms:W3CDTF">2026-04-07T22:15:03Z</dcterms:modified>
</cp:coreProperties>
</file>