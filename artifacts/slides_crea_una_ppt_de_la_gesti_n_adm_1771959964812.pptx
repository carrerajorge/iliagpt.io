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administrativa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tema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y contexto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presentación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Principales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fundamental 1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fundamental 2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entre conceptos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 clave 1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 clave 2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Consideraciones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Prácticas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aplicación 1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aplicación 2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observados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puntos clave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gestión administrativa</dc:title>
  <dc:subject>PptxGenJS Presentation</dc:subject>
  <dc:creator>IliaGPT</dc:creator>
  <cp:lastModifiedBy>IliaGPT</cp:lastModifiedBy>
  <cp:revision>1</cp:revision>
  <dcterms:created xsi:type="dcterms:W3CDTF">2026-02-24T19:06:05Z</dcterms:created>
  <dcterms:modified xsi:type="dcterms:W3CDTF">2026-02-24T19:06:05Z</dcterms:modified>
</cp:coreProperties>
</file>