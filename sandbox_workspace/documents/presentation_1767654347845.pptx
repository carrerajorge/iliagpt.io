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SLIDE">
    <p:bg>
      <p:bgPr>
        <a:solidFill>
          <a:srgbClr val="0066C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/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66C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Topic</a:t>
            </a: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Topic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5, 2026</a:t>
            </a:r>
            <a:endParaRPr lang="en-US" sz="16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Generated Document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Test Topic</dc:title>
  <dc:subject>Test Topic</dc:subject>
  <dc:creator>DocumentCreator</dc:creator>
  <cp:lastModifiedBy>DocumentCreator</cp:lastModifiedBy>
  <cp:revision>1</cp:revision>
  <dcterms:created xsi:type="dcterms:W3CDTF">2026-01-05T23:05:47Z</dcterms:created>
  <dcterms:modified xsi:type="dcterms:W3CDTF">2026-01-05T23:05:47Z</dcterms:modified>
</cp:coreProperties>
</file>